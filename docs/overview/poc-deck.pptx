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>
                <a:solidFill>
                  <a:srgbClr val="0F172A"/>
                </a:solidFill>
              </a:defRPr>
            </a:pPr>
            <a:r>
              <a:t>Renewable-Energy PoC</a:t>
            </a:r>
          </a:p>
          <a:p>
            <a:pPr algn="ctr">
              <a:defRPr sz="2200">
                <a:solidFill>
                  <a:srgbClr val="0284C7"/>
                </a:solidFill>
              </a:defRPr>
            </a:pPr>
            <a:r>
              <a:t>Chilean renewable-energy medallion on Databricks</a:t>
            </a:r>
          </a:p>
          <a:p>
            <a:pPr algn="ctr">
              <a:defRPr sz="1400" i="1">
                <a:solidFill>
                  <a:srgbClr val="64748B"/>
                </a:solidFill>
              </a:defRPr>
            </a:pPr>
            <a:r>
              <a:t>4 data sources - 3 domains - governed &amp; monitored - dev  |  2026-07-17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284C7"/>
                </a:solidFill>
              </a:defRPr>
            </a:pPr>
            <a:r>
              <a:t>Four data sources - all real data</a:t>
            </a:r>
          </a:p>
          <a:p>
            <a:pPr>
              <a:defRPr sz="1300" i="1">
                <a:solidFill>
                  <a:srgbClr val="64748B"/>
                </a:solidFill>
              </a:defRPr>
            </a:pPr>
            <a:r>
              <a:t>The ingestion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Weather: NASA POWER (historical hourly) + DMC (real-time measured) + MinEnergia/DGF (modeled)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Resource (generation): CEN / Coordinador - PUBLIC by law, no cost, no registration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Conglomerate (country): Our World in Data (OWID) - open CSV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Key unblock: CEN reachable via the public key its own site exposes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Key unblock: NASA POWER = 10-year hourly historical, DMC-equivalent fields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284C7"/>
                </a:solidFill>
              </a:defRPr>
            </a:pPr>
            <a:r>
              <a:t>Architecture (medallion on Databricks)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11247120" cy="63518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284C7"/>
                </a:solidFill>
              </a:defRPr>
            </a:pPr>
            <a:r>
              <a:t>End-to-end workflow</a:t>
            </a:r>
          </a:p>
        </p:txBody>
      </p:sp>
      <p:pic>
        <p:nvPicPr>
          <p:cNvPr id="3" name="Picture 2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11247120" cy="6211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59669"/>
                </a:solidFill>
              </a:defRPr>
            </a:pPr>
            <a:r>
              <a:t>Results (verified in dev)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Medallion runs end-to-end for all three domains (bronze -&gt; silver -&gt; gold)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Weather: 876,720-row 10-year historical load; Atacama shows highest irradiance (physically valid)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Resource: real per-plant generation (coordinado / real / reducciones)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Conglomerate: Chile-vs-World renewables lead +19 -&gt; +38 (2017-2024)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284C7"/>
                </a:solidFill>
              </a:defRPr>
            </a:pPr>
            <a:r>
              <a:t>Governance &amp; data quality (native)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Data contracts documented for every medallion step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DLT expectations enforce quality in-pipeline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Data glossary + Unity Catalog lineage + column comments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Three Data-Quality Monitors on gold (profiling + drift, auto dashboards)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SQL alert on failed expectations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4748B"/>
                </a:solidFill>
              </a:defRPr>
            </a:pPr>
            <a:r>
              <a:t>Verify the medallion &amp; jobs</a:t>
            </a:r>
          </a:p>
          <a:p>
            <a:pPr>
              <a:defRPr sz="1300" i="1">
                <a:solidFill>
                  <a:srgbClr val="64748B"/>
                </a:solidFill>
              </a:defRPr>
            </a:pPr>
            <a:r>
              <a:t>Full URLs in the technical documentation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Resource pipeline: dbc-...cloud.databricks.com/pipelines/9bcfc32a-...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Conglomerate pipeline: .../pipelines/b5d63282-...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Weather pipeline: .../pipelines/c108b287-...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Weather job: .../jobs/503330163541320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Quality monitor (Resource gold): .../sql/dashboardsv3/01f1809adb1a...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Pull requests: github.com/oxiboy/poc_databricks_evalueserve/pulls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