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t>Renewable-Energy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64748B"/>
                </a:solidFill>
              </a:defRPr>
            </a:pPr>
            <a:r>
              <a:t>Weather streaming solution on Databricks  -  DGF API -&gt; Volume -&gt; Medallion -&gt; Gold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64748B"/>
                </a:solidFill>
              </a:defRPr>
            </a:pPr>
            <a:r>
              <a:t>2026-07-02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Proof of concept: a renewable-energy data platform on Databricks (medallion bronze -&gt; silver -&gt; gold).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Ingests REAL data from the data owner (DGF, U. de Chile Geophysics) and turns it into analytics-ready metrics.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Fully automated (hourly) and governed - Databricks-native (Unity Catalog + DLT).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Architecture (Medallion)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3698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Weather streaming solution (end-to-end)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API -&gt; Volume: fetcher hits the open DGF Explorador (no login), lands JSON in a UC Volume.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Bronze: Auto Loader (streaming) ingests the Volume - raw + lineage.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Silver: flatten + latest-per-plant + data quality (DLT expectations).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Gold: per-plant resource KPI (metric, rank, A/B/C tier).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Orchestration: hourly Job  fetch_weather -&gt; weather_medallion (DLT).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Results (verified in dev)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Job runs end-to-end (fetch + medallion) on REAL data for 10 Chilean plants.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Gold: 5 solar + 5 wind plants, ranked by resource with a quality tier.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Solar (GHI): Cerro Dominador 7.28 (A), Bolero 7.18 (A) ... Quilapilun 5.75 (B).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Wind (m/s): Negrete Cuel 7.85 (A), El Arrayan 6.02 (B) ... Canela 3.62 (C).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Governance &amp; data quality (Databricks-native)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Data quality / contracts: DLT expectations (event log) + Unity Catalog constraints.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Lineage: Unity Catalog - automatic table + column lineage.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Glossary: UC tags + column comments (100% documented).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No external tools required (OpenMetadata / Great Expectations not needed).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Status, next steps &amp;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Delivered + verified in dev. Pending: review + merge (PR #24) -&gt; deploy to prod (activates the hourly schedule).</a:t>
            </a:r>
          </a:p>
          <a:p>
            <a:pPr>
              <a:spcAft>
                <a:spcPts val="1200"/>
              </a:spcAft>
              <a:defRPr sz="1800">
                <a:solidFill>
                  <a:srgbClr val="334155"/>
                </a:solidFill>
              </a:defRPr>
            </a:pPr>
            <a:r>
              <a:t>•  Gated official API (api.minenergia.cl): drop-in source swap once approved; the open Explorador already gives real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2336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Explore / test:</a:t>
            </a:r>
          </a:p>
          <a:p>
            <a:pPr>
              <a:defRPr sz="1100">
                <a:solidFill>
                  <a:srgbClr val="2563EB"/>
                </a:solidFill>
              </a:defRPr>
            </a:pPr>
            <a:r>
              <a:t>Job: https://dbc-54b27bae-2e91.cloud.databricks.com/jobs/503330163541320?o=7474645896934260</a:t>
            </a:r>
          </a:p>
          <a:p>
            <a:pPr>
              <a:defRPr sz="1100">
                <a:solidFill>
                  <a:srgbClr val="2563EB"/>
                </a:solidFill>
              </a:defRPr>
            </a:pPr>
            <a:r>
              <a:t>Pipeline: https://dbc-54b27bae-2e91.cloud.databricks.com/pipelines/c108b287-98cc-43d6-86d6-5b63a9e6b4ae?o=7474645896934260</a:t>
            </a:r>
          </a:p>
          <a:p>
            <a:pPr>
              <a:defRPr sz="1100">
                <a:solidFill>
                  <a:srgbClr val="2563EB"/>
                </a:solidFill>
              </a:defRPr>
            </a:pPr>
            <a:r>
              <a:t>Gold table: https://dbc-54b27bae-2e91.cloud.databricks.com/explore/data/workspace/dev_fuad_onate_renewable_gold_energy_chile/weather_gold_resource_kpi?o=7474645896934260</a:t>
            </a:r>
          </a:p>
          <a:p>
            <a:pPr>
              <a:defRPr sz="1100">
                <a:solidFill>
                  <a:srgbClr val="2563EB"/>
                </a:solidFill>
              </a:defRPr>
            </a:pPr>
            <a:r>
              <a:t>PR #24: https://github.com/oxiboy/poc_databricks_evalueserve/pull/24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